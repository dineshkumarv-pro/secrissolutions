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5381" y="2667114"/>
            <a:ext cx="6550025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15274" y="722299"/>
            <a:ext cx="6462395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Read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Before</a:t>
            </a:r>
            <a:r>
              <a:rPr dirty="0" sz="3600" spc="-7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Starting</a:t>
            </a:r>
            <a:endParaRPr sz="3600">
              <a:latin typeface="Times New Roman"/>
              <a:cs typeface="Times New Roman"/>
            </a:endParaRPr>
          </a:p>
          <a:p>
            <a:pPr algn="ctr" marL="171450" marR="167005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Use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full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screen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for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best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results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on </a:t>
            </a:r>
            <a:r>
              <a:rPr dirty="0" sz="3600">
                <a:latin typeface="Times New Roman"/>
                <a:cs typeface="Times New Roman"/>
              </a:rPr>
              <a:t>desktop,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landscape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mode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on </a:t>
            </a:r>
            <a:r>
              <a:rPr dirty="0" sz="3600">
                <a:latin typeface="Times New Roman"/>
                <a:cs typeface="Times New Roman"/>
              </a:rPr>
              <a:t>mobile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devices.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You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will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have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30</a:t>
            </a:r>
            <a:r>
              <a:rPr dirty="0" sz="3600" spc="-45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seconds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observe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picture,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followed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by</a:t>
            </a:r>
            <a:endParaRPr sz="3600">
              <a:latin typeface="Times New Roman"/>
              <a:cs typeface="Times New Roman"/>
            </a:endParaRPr>
          </a:p>
          <a:p>
            <a:pPr marL="2716530" marR="5080" indent="-2704465">
              <a:lnSpc>
                <a:spcPct val="100000"/>
              </a:lnSpc>
            </a:pPr>
            <a:r>
              <a:rPr dirty="0" sz="3600" b="1">
                <a:latin typeface="Times New Roman"/>
                <a:cs typeface="Times New Roman"/>
              </a:rPr>
              <a:t>4.5</a:t>
            </a:r>
            <a:r>
              <a:rPr dirty="0" sz="3600" spc="-4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minutes</a:t>
            </a:r>
            <a:r>
              <a:rPr dirty="0" sz="3600" spc="-25" b="1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write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the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action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and </a:t>
            </a:r>
            <a:r>
              <a:rPr dirty="0" sz="3600" spc="-10">
                <a:latin typeface="Times New Roman"/>
                <a:cs typeface="Times New Roman"/>
              </a:rPr>
              <a:t>story.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WILL</a:t>
            </a:r>
            <a:r>
              <a:rPr dirty="0" spc="-45"/>
              <a:t> </a:t>
            </a:r>
            <a:r>
              <a:rPr dirty="0"/>
              <a:t>STARTS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10</a:t>
            </a:r>
            <a:r>
              <a:rPr dirty="0" spc="-40"/>
              <a:t> </a:t>
            </a:r>
            <a:r>
              <a:rPr dirty="0" spc="-10"/>
              <a:t>SECONDS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6220" rIns="0" bIns="0" rtlCol="0" vert="horz">
            <a:spAutoFit/>
          </a:bodyPr>
          <a:lstStyle/>
          <a:p>
            <a:pPr marL="1575435">
              <a:lnSpc>
                <a:spcPct val="100000"/>
              </a:lnSpc>
              <a:spcBef>
                <a:spcPts val="100"/>
              </a:spcBef>
            </a:pPr>
            <a:r>
              <a:rPr dirty="0"/>
              <a:t>START</a:t>
            </a:r>
            <a:r>
              <a:rPr dirty="0" spc="-90"/>
              <a:t> </a:t>
            </a:r>
            <a:r>
              <a:rPr dirty="0" spc="-10"/>
              <a:t>WRITING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2026-06-17T14:17:49Z</dcterms:created>
  <dcterms:modified xsi:type="dcterms:W3CDTF">2026-06-17T14:17:49Z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2026-06-17T00:00:00Z</vt:filetime>
  </property>
  <property fmtid="{D5CDD505-2E9C-101B-9397-08002B2CF9AE}" pid="3" name="LastSaved">
    <vt:filetime>2026-06-17T00:00:00Z</vt:filetime>
  </property>
  <property fmtid="{D5CDD505-2E9C-101B-9397-08002B2CF9AE}" pid="4" name="Producer">
    <vt:lpwstr>3-Heights(TM) PDF Security Shell 4.8.25.2 (http://www.pdf-tools.com)</vt:lpwstr>
  </property>
</Properties>
</file>